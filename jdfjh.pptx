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7.xml"/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21.xml"/><Relationship Id="rId3" Type="http://schemas.openxmlformats.org/officeDocument/2006/relationships/slide" Target="slide23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29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" Target="slide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" Target="slide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3.xml"/><Relationship Id="rId2" Type="http://schemas.openxmlformats.org/officeDocument/2006/relationships/slide" Target="slide35.xml"/><Relationship Id="rId3" Type="http://schemas.openxmlformats.org/officeDocument/2006/relationships/slide" Target="slide37.xml"/><Relationship Id="rId4" Type="http://schemas.openxmlformats.org/officeDocument/2006/relationships/slide" Target="slide39.xml"/><Relationship Id="rId5" Type="http://schemas.openxmlformats.org/officeDocument/2006/relationships/slide" Target="slide41.xml"/><Relationship Id="rId6" Type="http://schemas.openxmlformats.org/officeDocument/2006/relationships/slide" Target="slide43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36.xml"/><Relationship Id="rId2" Type="http://schemas.openxmlformats.org/officeDocument/2006/relationships/slide" Target="slide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40.xml"/><Relationship Id="rId2" Type="http://schemas.openxmlformats.org/officeDocument/2006/relationships/slide" Target="slide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42.xml"/><Relationship Id="rId2" Type="http://schemas.openxmlformats.org/officeDocument/2006/relationships/slide" Target="slide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" Target="slide3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E67E2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6858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🔥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ИГРА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803904" y="324612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03904" y="3246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ПОЖАРНАЯ БЕЗОПАСНОСТЬ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Игра-викторина для детей подготовительной группы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512064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🚒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10515600" cy="1051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 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закрепить и систематизировать знания детей о правилах пожарной безопасности в игровой форме.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3558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2461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Обучающая.  </a:t>
            </a:r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закрепить знания о причинах пожара, правилах поведения при пожаре и профессии пожарного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1422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Развивающая.  </a:t>
            </a:r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развивать внимание, память, речь, логическое мышление и умение работать в команде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38344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Воспитательная.  </a:t>
            </a:r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воспитывать осторожное обращение с огнём и чувство ответственности за свою безопасность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безопасность · Своя игра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игры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0876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Дети делятся на 2–3 команды.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6771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очереди команда выбирает категорию и стоимость вопроса.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26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2666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выше цена — тем сложнее вопрос.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85616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правильный ответ команда получает столько баллов, сколько стоил вопрос.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44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4456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финальном раунде можно поставить на кон свои баллы.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303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30352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Побеждает команда, набравшая больше всего баллов!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безопасность · Своя игра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62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9516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962D2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Опасный огонь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68796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B3651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01 и служба спасения</a:t>
            </a:r>
            <a:endParaRPr lang="en-US" sz="2000" dirty="0"/>
          </a:p>
        </p:txBody>
      </p:sp>
      <p:sp>
        <p:nvSpPr>
          <p:cNvPr id="5" name="Text 3">
            <a:hlinkClick r:id="rId1" tooltip="" action="ppaction://hlinksldjump"/>
          </p:cNvPr>
          <p:cNvSpPr/>
          <p:nvPr/>
        </p:nvSpPr>
        <p:spPr>
          <a:xfrm>
            <a:off x="699516" y="2514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6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699516" y="3611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2600" dirty="0"/>
          </a:p>
        </p:txBody>
      </p:sp>
      <p:sp>
        <p:nvSpPr>
          <p:cNvPr id="7" name="Text 5">
            <a:hlinkClick r:id="rId3" tooltip="" action="ppaction://hlinksldjump"/>
          </p:cNvPr>
          <p:cNvSpPr/>
          <p:nvPr/>
        </p:nvSpPr>
        <p:spPr>
          <a:xfrm>
            <a:off x="699516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US" sz="2600" dirty="0"/>
          </a:p>
        </p:txBody>
      </p:sp>
      <p:sp>
        <p:nvSpPr>
          <p:cNvPr id="8" name="Text 6">
            <a:hlinkClick r:id="rId4" tooltip="" action="ppaction://hlinksldjump"/>
          </p:cNvPr>
          <p:cNvSpPr/>
          <p:nvPr/>
        </p:nvSpPr>
        <p:spPr>
          <a:xfrm>
            <a:off x="6368796" y="2514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600" dirty="0"/>
          </a:p>
        </p:txBody>
      </p:sp>
      <p:sp>
        <p:nvSpPr>
          <p:cNvPr id="9" name="Text 7">
            <a:hlinkClick r:id="rId5" tooltip="" action="ppaction://hlinksldjump"/>
          </p:cNvPr>
          <p:cNvSpPr/>
          <p:nvPr/>
        </p:nvSpPr>
        <p:spPr>
          <a:xfrm>
            <a:off x="6368796" y="3611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2600" dirty="0"/>
          </a:p>
        </p:txBody>
      </p:sp>
      <p:sp>
        <p:nvSpPr>
          <p:cNvPr id="10" name="Text 8">
            <a:hlinkClick r:id="rId6" tooltip="" action="ppaction://hlinksldjump"/>
          </p:cNvPr>
          <p:cNvSpPr/>
          <p:nvPr/>
        </p:nvSpPr>
        <p:spPr>
          <a:xfrm>
            <a:off x="6368796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безопасность · Своя игра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Опасный огонь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детям самим включать плиту или зажигать спички?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962D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Нет, нельзя! Только взрослые могут пользоваться огнём.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Опасный огонь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нельзя брать без разрешения взрослых, потому что это может стать причиной пожара?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962D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Спички и зажигалки.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Опасный огонь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во время пожара нельзя прятаться под кроватью или в шкафу?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962D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 пожарные не смогут тебя найти и спасти.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01 и служба спасения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номер нужно набрать, если увидел пожар?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B365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7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01, а с мобильного телефона — 101 или 112.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01 и служба спасения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обязательно нужно сказать, когда звонишь пожарным?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B365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67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адрес и что случилось — что и где горит.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01 и служба спасения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ещё, кроме звонка спасателям, можно позвать на помощь при пожаре?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B365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67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Громко кричать «Пожар!» и звать взрослых или соседей.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🧯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0175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2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становятся сложнее!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61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9516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F618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🧯  Тушим пожар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68796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A3440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🚒  Профессия пожарный</a:t>
            </a:r>
            <a:endParaRPr lang="en-US" sz="2000" dirty="0"/>
          </a:p>
        </p:txBody>
      </p:sp>
      <p:sp>
        <p:nvSpPr>
          <p:cNvPr id="5" name="Text 3">
            <a:hlinkClick r:id="rId1" tooltip="" action="ppaction://hlinksldjump"/>
          </p:cNvPr>
          <p:cNvSpPr/>
          <p:nvPr/>
        </p:nvSpPr>
        <p:spPr>
          <a:xfrm>
            <a:off x="699516" y="2514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26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699516" y="3611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</a:t>
            </a:r>
            <a:endParaRPr lang="en-US" sz="2600" dirty="0"/>
          </a:p>
        </p:txBody>
      </p:sp>
      <p:sp>
        <p:nvSpPr>
          <p:cNvPr id="7" name="Text 5">
            <a:hlinkClick r:id="rId3" tooltip="" action="ppaction://hlinksldjump"/>
          </p:cNvPr>
          <p:cNvSpPr/>
          <p:nvPr/>
        </p:nvSpPr>
        <p:spPr>
          <a:xfrm>
            <a:off x="699516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60</a:t>
            </a:r>
            <a:endParaRPr lang="en-US" sz="2600" dirty="0"/>
          </a:p>
        </p:txBody>
      </p:sp>
      <p:sp>
        <p:nvSpPr>
          <p:cNvPr id="8" name="Text 6">
            <a:hlinkClick r:id="rId4" tooltip="" action="ppaction://hlinksldjump"/>
          </p:cNvPr>
          <p:cNvSpPr/>
          <p:nvPr/>
        </p:nvSpPr>
        <p:spPr>
          <a:xfrm>
            <a:off x="6368796" y="2514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D3540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2600" dirty="0"/>
          </a:p>
        </p:txBody>
      </p:sp>
      <p:sp>
        <p:nvSpPr>
          <p:cNvPr id="9" name="Text 7">
            <a:hlinkClick r:id="rId5" tooltip="" action="ppaction://hlinksldjump"/>
          </p:cNvPr>
          <p:cNvSpPr/>
          <p:nvPr/>
        </p:nvSpPr>
        <p:spPr>
          <a:xfrm>
            <a:off x="6368796" y="3611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D3540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</a:t>
            </a:r>
            <a:endParaRPr lang="en-US" sz="2600" dirty="0"/>
          </a:p>
        </p:txBody>
      </p:sp>
      <p:sp>
        <p:nvSpPr>
          <p:cNvPr id="10" name="Text 8">
            <a:hlinkClick r:id="rId6" tooltip="" action="ppaction://hlinksldjump"/>
          </p:cNvPr>
          <p:cNvSpPr/>
          <p:nvPr/>
        </p:nvSpPr>
        <p:spPr>
          <a:xfrm>
            <a:off x="6368796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D3540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безопасность · Своя игра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🧯  Тушим пожар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можно потушить небольшой огонь дома?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F61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80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Водой или плотной тканью/одеялом, которым накрывают огонь.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🧯  Тушим пожар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называется машина, которая едет тушить пожар?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F61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980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машина.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🧯  Тушим пожар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тушить водой электроприбор, включённый в розетку?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F61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980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Нет! Сначала нужно выключить электричество, иначе может ударить током.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🚒  Профессия пожарный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называют человека, который тушит пожары и спасает людей?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A344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35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Пожарный.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🚒  Профессия пожарный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защищает голову пожарного во время работы?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A344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35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 (шлем).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🚒  Профессия пожарный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пожарные носят специальную плотную одежду?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A344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35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защититься от огня, жара и дыма.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🚪</a:t>
            </a:r>
            <a:endParaRPr lang="en-US" sz="7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0175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3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сложные вопросы — финишная прямая!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66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9516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Эвакуация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68796" y="13716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6E3D1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  Природный пожар</a:t>
            </a:r>
            <a:endParaRPr lang="en-US" sz="2000" dirty="0"/>
          </a:p>
        </p:txBody>
      </p:sp>
      <p:sp>
        <p:nvSpPr>
          <p:cNvPr id="5" name="Text 3">
            <a:hlinkClick r:id="rId1" tooltip="" action="ppaction://hlinksldjump"/>
          </p:cNvPr>
          <p:cNvSpPr/>
          <p:nvPr/>
        </p:nvSpPr>
        <p:spPr>
          <a:xfrm>
            <a:off x="699516" y="2514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6A08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US" sz="26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699516" y="3611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6A08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60</a:t>
            </a:r>
            <a:endParaRPr lang="en-US" sz="2600" dirty="0"/>
          </a:p>
        </p:txBody>
      </p:sp>
      <p:sp>
        <p:nvSpPr>
          <p:cNvPr id="7" name="Text 5">
            <a:hlinkClick r:id="rId3" tooltip="" action="ppaction://hlinksldjump"/>
          </p:cNvPr>
          <p:cNvSpPr/>
          <p:nvPr/>
        </p:nvSpPr>
        <p:spPr>
          <a:xfrm>
            <a:off x="699516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6A08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90</a:t>
            </a:r>
            <a:endParaRPr lang="en-US" sz="2600" dirty="0"/>
          </a:p>
        </p:txBody>
      </p:sp>
      <p:sp>
        <p:nvSpPr>
          <p:cNvPr id="8" name="Text 6">
            <a:hlinkClick r:id="rId4" tooltip="" action="ppaction://hlinksldjump"/>
          </p:cNvPr>
          <p:cNvSpPr/>
          <p:nvPr/>
        </p:nvSpPr>
        <p:spPr>
          <a:xfrm>
            <a:off x="6368796" y="25146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935116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US" sz="2600" dirty="0"/>
          </a:p>
        </p:txBody>
      </p:sp>
      <p:sp>
        <p:nvSpPr>
          <p:cNvPr id="9" name="Text 7">
            <a:hlinkClick r:id="rId5" tooltip="" action="ppaction://hlinksldjump"/>
          </p:cNvPr>
          <p:cNvSpPr/>
          <p:nvPr/>
        </p:nvSpPr>
        <p:spPr>
          <a:xfrm>
            <a:off x="6368796" y="3611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935116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60</a:t>
            </a:r>
            <a:endParaRPr lang="en-US" sz="2600" dirty="0"/>
          </a:p>
        </p:txBody>
      </p:sp>
      <p:sp>
        <p:nvSpPr>
          <p:cNvPr id="10" name="Text 8">
            <a:hlinkClick r:id="rId6" tooltip="" action="ppaction://hlinksldjump"/>
          </p:cNvPr>
          <p:cNvSpPr/>
          <p:nvPr/>
        </p:nvSpPr>
        <p:spPr>
          <a:xfrm>
            <a:off x="6368796" y="47091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935116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безопасность · Своя игра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Эвакуация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сделать, если ты почувствовал запах дыма в квартире?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0E66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сказать взрослым и вместе с ними покинуть помещение.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Эвакуация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пользоваться лифтом во время пожара?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0E66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Нет! Нужно спускаться только по лестнице.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 Эвакуация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нужно идти при эвакуации из детского сада во время пожара?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0E66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ближайшему выходу, на сборный пункт, держась за воспитателя.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9351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  Природный пожар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5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9351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ли детям разжигать костёр в лесу без взрослых?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6E3D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935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Нет, нельзя ни в коем случае.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9351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  Природный пожар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5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9351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обязательно нужно сделать перед уходом от костра в лесу?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6E3D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935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затушить его водой или засыпать землёй.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9351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  Природный пожар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37160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0" y="182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5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2103120"/>
            <a:ext cx="10058400" cy="2377440"/>
          </a:xfrm>
          <a:prstGeom prst="roundRect">
            <a:avLst>
              <a:gd name="adj" fmla="val 4615"/>
            </a:avLst>
          </a:prstGeom>
          <a:solidFill>
            <a:srgbClr val="F7F7F8"/>
          </a:solidFill>
          <a:ln w="25400">
            <a:solidFill>
              <a:srgbClr val="9351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103120"/>
            <a:ext cx="9326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сухую и жаркую погоду лесные пожары случаются чаще?</a:t>
            </a:r>
            <a:endParaRPr lang="en-US" sz="2600" dirty="0"/>
          </a:p>
        </p:txBody>
      </p:sp>
      <p:sp>
        <p:nvSpPr>
          <p:cNvPr id="8" name="Text 6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6E3D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  <p:sp>
        <p:nvSpPr>
          <p:cNvPr id="9" name="Text 7">
            <a:hlinkClick r:id="rId2" tooltip="" action="ppaction://hlinksldjump"/>
          </p:cNvPr>
          <p:cNvSpPr/>
          <p:nvPr/>
        </p:nvSpPr>
        <p:spPr>
          <a:xfrm>
            <a:off x="365760" y="617220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8E9EB"/>
          </a:solidFill>
          <a:ln w="12700">
            <a:solidFill>
              <a:srgbClr val="BFC2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⭠  Игровое поле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935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 сухая трава и деревья загораются быстрее и легче.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Игровое поле  ➜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🎯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РАУНД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делают ставку из своих баллов — и отвечают на последний вопрос!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Финальный вопрос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2011680"/>
            <a:ext cx="1005840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2011680"/>
            <a:ext cx="9326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доме начался пожар, и появилось много дыма. Как нужно двигаться к выходу?</a:t>
            </a:r>
            <a:endParaRPr lang="en-US" sz="25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562356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962D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Показать ответ  ➜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1600200"/>
            <a:ext cx="10058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60020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 пригнувшись или ползком — внизу, у пола, дыма меньше и легче дышать.</a:t>
            </a:r>
            <a:endParaRPr lang="en-US" sz="2400" dirty="0"/>
          </a:p>
        </p:txBody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4261104" y="4892040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1B1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Кто победил?  ➜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F1C40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🏆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МОЛОДЦЫ!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2004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Посчитайте баллы каждой команды — команда с наибольшим числом баллов побеждает!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37360" y="4114800"/>
            <a:ext cx="8714232" cy="1737360"/>
          </a:xfrm>
          <a:prstGeom prst="roundRect">
            <a:avLst>
              <a:gd name="adj" fmla="val 6316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03120" y="4114800"/>
            <a:ext cx="79827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Помните: 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(101, 112) — номер пожарной службы. Осторожно обращайтесь с огнём и берегите себя и близких!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2026-09-17T15:41:52Z</dcterms:created>
  <dcterms:modified xsi:type="dcterms:W3CDTF">2026-09-17T15:41:52Z</dcterms:modified>
</cp:coreProperties>
</file>